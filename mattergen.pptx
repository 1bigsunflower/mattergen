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A5C10-E977-22C6-9F58-EA24C5A4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F6434-5FD3-5793-2E56-271B1A2C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365126"/>
            <a:ext cx="12543692" cy="575252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Property-conditioned generation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system energy above hull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FABD15-D26C-AD29-92F1-7B5F138A9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3919" y="1122712"/>
            <a:ext cx="2958269" cy="416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above hull: 0.05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9DF00A3-636C-1D5E-EC57-E2C5C1B319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43" y="1323557"/>
            <a:ext cx="2494326" cy="184803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8547B6C-AB59-9C25-4164-D39CE37BC7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437" y="1690688"/>
            <a:ext cx="2494800" cy="250680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99C958E-2DC3-54BD-FCDC-AAF193515B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919" y="2063622"/>
            <a:ext cx="2494800" cy="176093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3393EDC-4D86-A3D6-6A3C-41949D3FBD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271" y="2062765"/>
            <a:ext cx="2494800" cy="176264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BDB0B4E-95EC-D0CA-86C1-14C261AAD8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437" y="4267149"/>
            <a:ext cx="2494800" cy="247765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E6B79319-CC88-6305-CDBA-36593DCA58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919" y="4456617"/>
            <a:ext cx="2494800" cy="209871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CEBE1E5-4F1B-2296-40F2-1DB67ED1430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271" y="4345166"/>
            <a:ext cx="2494800" cy="232162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A5821BC-1EAC-3BB2-10EB-0BAB6C73A1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06" y="3977384"/>
            <a:ext cx="2494800" cy="24948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7E090DDD-4706-30D8-41FD-7551B4BE07D7}"/>
              </a:ext>
            </a:extLst>
          </p:cNvPr>
          <p:cNvSpPr txBox="1"/>
          <p:nvPr/>
        </p:nvSpPr>
        <p:spPr>
          <a:xfrm>
            <a:off x="677838" y="3429000"/>
            <a:ext cx="295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denoising trajectory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1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7E48A-1357-CB7B-FC99-9C990A1D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60537-6D1E-E155-D77C-4190D22E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365126"/>
            <a:ext cx="12543692" cy="575252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Property-conditioned generation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system energy above hull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A97BD2-6AA2-64F8-189F-59CD5814D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7816" y="1122712"/>
            <a:ext cx="5709137" cy="416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above hull: 0.05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system: Li-O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84A5288-AD65-5245-82C2-EA36521D95EA}"/>
              </a:ext>
            </a:extLst>
          </p:cNvPr>
          <p:cNvSpPr txBox="1"/>
          <p:nvPr/>
        </p:nvSpPr>
        <p:spPr>
          <a:xfrm>
            <a:off x="677838" y="3625041"/>
            <a:ext cx="295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denoising trajectory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3AD0E1B-1E1E-9368-2678-6FF5F0BCC1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17" y="1088652"/>
            <a:ext cx="1666442" cy="24948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258A4933-A995-A411-77B2-9BCEC331F1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906" y="1634574"/>
            <a:ext cx="2256506" cy="24948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01CDD820-B5D8-9219-2153-AEB74309BD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195" y="1873479"/>
            <a:ext cx="2880000" cy="201699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03E02F41-01ED-8965-4599-EAE2C19562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820" y="1634574"/>
            <a:ext cx="1708590" cy="24948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8454BCBC-F926-159A-6971-CB884F211C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65" y="4081450"/>
            <a:ext cx="1770189" cy="249480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75B0EE86-3077-8EB5-A0C8-CA819CF1F9B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195" y="4356974"/>
            <a:ext cx="2880000" cy="1943752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82326328-2680-AC86-DF19-69F03A93A7E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115" y="4145180"/>
            <a:ext cx="2880000" cy="236734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2856D088-B421-3536-0DEA-00E07737EB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38" y="4036334"/>
            <a:ext cx="2494800" cy="249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44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38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主题</vt:lpstr>
      <vt:lpstr>Property-conditioned generation（Chemical system energy above hull）</vt:lpstr>
      <vt:lpstr>Property-conditioned generation（Chemical system energy above hull）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昊天</dc:creator>
  <cp:lastModifiedBy>昊天 陈</cp:lastModifiedBy>
  <cp:revision>2</cp:revision>
  <dcterms:created xsi:type="dcterms:W3CDTF">2025-04-27T15:20:00Z</dcterms:created>
  <dcterms:modified xsi:type="dcterms:W3CDTF">2025-04-27T15:41:40Z</dcterms:modified>
</cp:coreProperties>
</file>